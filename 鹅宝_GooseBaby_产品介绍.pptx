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🦢 鹅宝 GooseBaby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ECE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"不只是宠物，是会记住你每一句话的陪伴"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E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驱动的桌面智能宠物伙伴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0" y="5669280"/>
            <a:ext cx="6702552" cy="4572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v1.0.0 | Windows 桌面应用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💕 为什么是鹅宝？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  加班到深夜，只有屏幕的光陪着你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💭  心里话想找人倾诉，又怕打扰朋友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 生活里的小确幸，不知道该分享给谁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普通 AI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鹅宝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聊完就忘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记住你说过的每一件事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4754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只会回答问题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4754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💭 懂你的情绪，会撒娇会关心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5303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需要你主动找它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5303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🕐 主动提醒你喝水、休息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28800" y="5852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只能聊天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5852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还能帮你干活（智能体技能）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🎀 萌到犯规的 11 种表情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每一帧都在治愈你的心 💗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560320" cy="1097280"/>
          </a:xfrm>
          <a:prstGeom prst="roundRect">
            <a:avLst/>
          </a:prstGeom>
          <a:solidFill>
            <a:srgbClr val="ECE2D0"/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🥺 装萌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歪头杀 100%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1645920"/>
            <a:ext cx="2560320" cy="1097280"/>
          </a:xfrm>
          <a:prstGeom prst="roundRect">
            <a:avLst/>
          </a:prstGeom>
          <a:solidFill>
            <a:srgbClr val="ECE2D0"/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😴 睡觉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66160" y="2240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睡着的小泡泡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645920"/>
            <a:ext cx="2560320" cy="1097280"/>
          </a:xfrm>
          <a:prstGeom prst="roundRect">
            <a:avLst/>
          </a:prstGeom>
          <a:solidFill>
            <a:srgbClr val="ECE2D0"/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工作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240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陪你一起打工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235440" y="1645920"/>
            <a:ext cx="2560320" cy="1097280"/>
          </a:xfrm>
          <a:prstGeom prst="roundRect">
            <a:avLst/>
          </a:prstGeom>
          <a:solidFill>
            <a:srgbClr val="ECE2D0"/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🎾 玩玩具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35440" y="2240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自娱自乐第一名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017520"/>
            <a:ext cx="2560320" cy="1097280"/>
          </a:xfrm>
          <a:prstGeom prst="roundRect">
            <a:avLst/>
          </a:prstGeom>
          <a:solidFill>
            <a:srgbClr val="ECE2D0"/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💕 被撸了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3611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被摸摸超开心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66160" y="3017520"/>
            <a:ext cx="2560320" cy="1097280"/>
          </a:xfrm>
          <a:prstGeom prst="roundRect">
            <a:avLst/>
          </a:prstGeom>
          <a:solidFill>
            <a:srgbClr val="ECE2D0"/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🥳 开心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566160" y="3611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高兴到原地起飞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3017520"/>
            <a:ext cx="2560320" cy="1097280"/>
          </a:xfrm>
          <a:prstGeom prst="roundRect">
            <a:avLst/>
          </a:prstGeom>
          <a:solidFill>
            <a:srgbClr val="ECE2D0"/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🍖 吃零食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0" y="3611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干饭鹅干饭魂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235440" y="3017520"/>
            <a:ext cx="2560320" cy="1097280"/>
          </a:xfrm>
          <a:prstGeom prst="roundRect">
            <a:avLst/>
          </a:prstGeom>
          <a:solidFill>
            <a:srgbClr val="ECE2D0"/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544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🛁 洗澡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35440" y="3611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爱干净的好宝宝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4389120"/>
            <a:ext cx="2560320" cy="1097280"/>
          </a:xfrm>
          <a:prstGeom prst="roundRect">
            <a:avLst/>
          </a:prstGeom>
          <a:solidFill>
            <a:srgbClr val="ECE2D0"/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572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😢 哭了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1520" y="4983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委屈巴巴惹人怜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566160" y="4389120"/>
            <a:ext cx="2560320" cy="1097280"/>
          </a:xfrm>
          <a:prstGeom prst="roundRect">
            <a:avLst/>
          </a:prstGeom>
          <a:solidFill>
            <a:srgbClr val="ECE2D0"/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0" y="4572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😪 困了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566160" y="4983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打哈欠想睡觉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0" y="4389120"/>
            <a:ext cx="2560320" cy="1097280"/>
          </a:xfrm>
          <a:prstGeom prst="roundRect">
            <a:avLst/>
          </a:prstGeom>
          <a:solidFill>
            <a:srgbClr val="ECE2D0"/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4572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🤔 发呆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00800" y="4983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发呆的时候最萌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小彩蛋：双击它试试~ 每次反应都不一样！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它是真的记得你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长期记忆 · 陪伴感拉满 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0515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你："我今天升职了！！"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鹅宝："哇！！恭喜你呀！！🦆✨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我记得你之前说为这个项目加班了好久，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现在终于熬出头了！今晚必须好好犒劳自己！"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256032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114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4663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记住重要事件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5029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生日、纪念日、工作项目...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6160" y="3931920"/>
            <a:ext cx="256032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4114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66160" y="4663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理解上下文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5029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不用每次重新解释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3931920"/>
            <a:ext cx="256032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4114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00800" y="4663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越聊越懂你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5029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知道你的喜好和习惯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35440" y="3931920"/>
            <a:ext cx="256032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267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4114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235440" y="4663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主动关心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35440" y="5029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"你昨天说今天要面试，加油哦！"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🕊️ "养了三个月，它比我闺蜜还了解我的口味"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不只是宠物，还能帮你干活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智能体技能系统 🔧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383280" cy="1188720"/>
          </a:xfrm>
          <a:prstGeom prst="roundRect">
            <a:avLst/>
          </a:prstGeom>
          <a:solidFill>
            <a:srgbClr val="ECE2D0"/>
          </a:solidFill>
          <a:ln w="635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文件操作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创建、读取、编辑文件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554480"/>
            <a:ext cx="3383280" cy="1188720"/>
          </a:xfrm>
          <a:prstGeom prst="roundRect">
            <a:avLst/>
          </a:prstGeom>
          <a:solidFill>
            <a:srgbClr val="ECE2D0"/>
          </a:solidFill>
          <a:ln w="6350">
            <a:solidFill>
              <a:srgbClr val="6D2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737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命令执行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2194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 Shell 命令和脚本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554480"/>
            <a:ext cx="3383280" cy="1188720"/>
          </a:xfrm>
          <a:prstGeom prst="roundRect">
            <a:avLst/>
          </a:prstGeom>
          <a:solidFill>
            <a:srgbClr val="ECE2D0"/>
          </a:solidFill>
          <a:ln w="6350">
            <a:solidFill>
              <a:srgbClr val="6D2E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737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记忆管理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0" y="2194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查询和管理记忆内容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3383280" cy="1188720"/>
          </a:xfrm>
          <a:prstGeom prst="roundRect">
            <a:avLst/>
          </a:prstGeom>
          <a:solidFill>
            <a:srgbClr val="ECE2D0"/>
          </a:solidFill>
          <a:ln w="635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定时任务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657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创建和管理定时提醒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9120" y="3017520"/>
            <a:ext cx="3383280" cy="1188720"/>
          </a:xfrm>
          <a:prstGeom prst="roundRect">
            <a:avLst/>
          </a:prstGeom>
          <a:solidFill>
            <a:srgbClr val="ECE2D0"/>
          </a:solidFill>
          <a:ln w="6350">
            <a:solidFill>
              <a:srgbClr val="6D2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网页搜索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0" y="3657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联网搜索实时信息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3017520"/>
            <a:ext cx="3383280" cy="1188720"/>
          </a:xfrm>
          <a:prstGeom prst="roundRect">
            <a:avLst/>
          </a:prstGeom>
          <a:solidFill>
            <a:srgbClr val="ECE2D0"/>
          </a:solidFill>
          <a:ln w="6350">
            <a:solidFill>
              <a:srgbClr val="6D2E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🤔 深度思考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0" y="3657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复杂问题的分析和推理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" y="4754880"/>
            <a:ext cx="10515600" cy="1371600"/>
          </a:xfrm>
          <a:prstGeom prst="roundRect">
            <a:avLst/>
          </a:prstGeom>
          <a:solidFill>
            <a:srgbClr val="6D2E46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937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自定义智能体技能包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" y="53949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支持 Claude Code 格式的技能包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my-skill/  ├── SKILL.md  # 技能说明书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├── scripts/  # 可执行脚本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└── references/  # 参考文档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养成系快乐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属性管理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🍖 饥饿度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😊 心情值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🧼 清洁度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精力值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0" y="1188720"/>
            <a:ext cx="36576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371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金币系统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89120" y="2011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在线陪伴 1 金币/分钟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9120" y="2651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聊天互动 5-15 金币/次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0" y="3291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商店兑换物品和装扮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0" y="1188720"/>
            <a:ext cx="36576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1371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成就收集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046720" y="2011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第一次对话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0" y="2651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陪伴满 30 天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3291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解锁全部动画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663440"/>
            <a:ext cx="1127455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846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📔 宠物日记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5303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鹅宝默默记录你们的每一天：💬 今天聊了多少句  |  🎮 互动了多少次  |  😊 心情怎么样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回头翻翻，满满都是回忆 📖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智能关怀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贴心的健康提醒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651760" cy="2286000"/>
          </a:xfrm>
          <a:prstGeom prst="roundRect">
            <a:avLst/>
          </a:prstGeom>
          <a:solidFill>
            <a:srgbClr val="87CEEB"/>
          </a:solidFill>
          <a:ln w="635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💧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喝水提醒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"该喝水啦~ 已经坐了2小时了"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1554480"/>
            <a:ext cx="2651760" cy="2286000"/>
          </a:xfrm>
          <a:prstGeom prst="roundRect">
            <a:avLst/>
          </a:prstGeom>
          <a:solidFill>
            <a:srgbClr val="90EE90"/>
          </a:solidFill>
          <a:ln w="6350">
            <a:solidFill>
              <a:srgbClr val="6D2E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7373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🚶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56616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活动提醒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0" y="28346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"起来活动一下吧"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1554480"/>
            <a:ext cx="2651760" cy="2286000"/>
          </a:xfrm>
          <a:prstGeom prst="roundRect">
            <a:avLst/>
          </a:prstGeom>
          <a:solidFill>
            <a:srgbClr val="DDA0DD"/>
          </a:solidFill>
          <a:ln w="6350">
            <a:solidFill>
              <a:srgbClr val="6D2E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7373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🌙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0080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休息提醒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28346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"很晚了哦，早点休息"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235440" y="1554480"/>
            <a:ext cx="2651760" cy="2286000"/>
          </a:xfrm>
          <a:prstGeom prst="roundRect">
            <a:avLst/>
          </a:prstGeom>
          <a:solidFill>
            <a:srgbClr val="FFD700"/>
          </a:solidFill>
          <a:ln w="6350">
            <a:solidFill>
              <a:srgbClr val="6D2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17373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🎂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23544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节日祝福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26880" y="28346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"今天是你的生日！生日快乐！"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10515600" cy="1828800"/>
          </a:xfrm>
          <a:prstGeom prst="roundRect">
            <a:avLst/>
          </a:prstGeom>
          <a:solidFill>
            <a:srgbClr val="ECE2D0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智能主动关怀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4846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检测到用户连续打字 2 小时 → 提醒休息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5166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检测到晚上 11 点还在工作 → 提醒早睡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54864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检测到用户心情低落 → 主动安慰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5806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根据天气变化 → 提醒带伞/添衣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技术架构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6576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前端技术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Flutter 3.16+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Provider 状态管理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Hive 本地存储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media_kit 视频播放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window_manager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1097280"/>
            <a:ext cx="36576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集成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8056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OpenAI 兼容 API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Function Calling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0560" y="2651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多轮对话上下文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3063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Token 预算控制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80560" y="3474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深度思考模式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38160" y="1097280"/>
            <a:ext cx="365760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技能系统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2104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标准化技能接口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2104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ZIP 包导入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21040" y="2651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Python/Shell 脚本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21040" y="3063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安全沙箱执行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21040" y="3474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SKILL.md 解析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1127455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支持的 AI 模型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" y="4572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通义千问 (阿里云)  |  腾讯混元  |  DeepSeek  |  OpenAI  |  其他兼容 API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未来规划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566160" cy="1371600"/>
          </a:xfrm>
          <a:prstGeom prst="roundRect">
            <a:avLst/>
          </a:prstGeom>
          <a:solidFill>
            <a:srgbClr val="ECE2D0"/>
          </a:solidFill>
          <a:ln w="635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🍎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645920" y="1463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 / Linux 支持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计划中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1188720"/>
            <a:ext cx="3566160" cy="1371600"/>
          </a:xfrm>
          <a:prstGeom prst="roundRect">
            <a:avLst/>
          </a:prstGeom>
          <a:solidFill>
            <a:srgbClr val="ECE2D0"/>
          </a:solidFill>
          <a:ln w="6350">
            <a:solidFill>
              <a:srgbClr val="6D2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3716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👗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394960" y="1463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更多宠物形象和装扮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9496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计划中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1188720"/>
            <a:ext cx="3566160" cy="1371600"/>
          </a:xfrm>
          <a:prstGeom prst="roundRect">
            <a:avLst/>
          </a:prstGeom>
          <a:solidFill>
            <a:srgbClr val="ECE2D0"/>
          </a:solidFill>
          <a:ln w="6350">
            <a:solidFill>
              <a:srgbClr val="6D2E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3716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🎤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9144000" y="1463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语音对话能力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0" y="1920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计划中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2834640"/>
            <a:ext cx="3566160" cy="1371600"/>
          </a:xfrm>
          <a:prstGeom prst="roundRect">
            <a:avLst/>
          </a:prstGeom>
          <a:solidFill>
            <a:srgbClr val="ECE2D0"/>
          </a:solidFill>
          <a:ln w="6350">
            <a:solidFill>
              <a:srgbClr val="6D2E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0175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🦆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64592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多宠物互动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3566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计划中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80560" y="2834640"/>
            <a:ext cx="3566160" cy="1371600"/>
          </a:xfrm>
          <a:prstGeom prst="roundRect">
            <a:avLst/>
          </a:prstGeom>
          <a:solidFill>
            <a:srgbClr val="ECE2D0"/>
          </a:solidFill>
          <a:ln w="6350">
            <a:solidFill>
              <a:srgbClr val="6D2E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30175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☁️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39496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云端同步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4960" y="3566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计划中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0" y="2834640"/>
            <a:ext cx="3566160" cy="1371600"/>
          </a:xfrm>
          <a:prstGeom prst="roundRect">
            <a:avLst/>
          </a:prstGeom>
          <a:solidFill>
            <a:srgbClr val="ECE2D0"/>
          </a:solidFill>
          <a:ln w="6350">
            <a:solidFill>
              <a:srgbClr val="6D2E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30175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🏪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914400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社区技能市场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0" y="3566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计划中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4572000"/>
            <a:ext cx="10515600" cy="1371600"/>
          </a:xfrm>
          <a:prstGeom prst="roundRect">
            <a:avLst/>
          </a:prstGeom>
          <a:solidFill>
            <a:srgbClr val="6D2E46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一起让鹅宝更好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CE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🐛 报告问题  |  💡 提建议  |  🔧 贡献代码  |  ⭐ 给个 Star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🦢 鹅宝 GooseBaby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ECE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每一个需要陪伴的灵魂，都值得被温柔以待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愿鹅宝成为你生活里的一束小光 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0" y="4389120"/>
            <a:ext cx="6702552" cy="4572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E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github.com/shipbetweenwm/GooseBaby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267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with 💕 by GooseBaby Team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3093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E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#桌面宠物 #治愈系 #AI陪伴 #长期记忆 #智能体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2026-03-27T06:13:51Z</dcterms:created>
  <dcterms:modified xsi:type="dcterms:W3CDTF">2026-03-27T06:13:51Z</dcterms:modified>
</cp:coreProperties>
</file>